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7"/>
  </p:notesMasterIdLst>
  <p:sldIdLst>
    <p:sldId id="256" r:id="rId6"/>
    <p:sldId id="2147483477" r:id="rId7"/>
    <p:sldId id="2147483479" r:id="rId8"/>
    <p:sldId id="2147483480" r:id="rId9"/>
    <p:sldId id="2147483481" r:id="rId10"/>
    <p:sldId id="2147483482" r:id="rId11"/>
    <p:sldId id="2147483483" r:id="rId12"/>
    <p:sldId id="2147483484" r:id="rId13"/>
    <p:sldId id="2147483485" r:id="rId14"/>
    <p:sldId id="2147483486" r:id="rId15"/>
    <p:sldId id="21474834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0F91E-E908-1EFE-E6BB-6AF8A23B4DE1}" v="186" dt="2026-08-07T06:09:43.887"/>
    <p1510:client id="{649B99B4-C598-486F-9459-012A092627F8}" v="429" dt="2026-08-07T09:03:24.781"/>
    <p1510:client id="{9DB193F1-860B-DA39-D118-44A19F54F0D1}" v="144" dt="2026-08-07T07:18:38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Babu" userId="S::pavithra.babu@aurigo.com::d7bfc97c-02da-4858-91fe-204c0b3ff371" providerId="AD" clId="Web-{9DB193F1-860B-DA39-D118-44A19F54F0D1}"/>
    <pc:docChg chg="modSld">
      <pc:chgData name="Pavithra Babu" userId="S::pavithra.babu@aurigo.com::d7bfc97c-02da-4858-91fe-204c0b3ff371" providerId="AD" clId="Web-{9DB193F1-860B-DA39-D118-44A19F54F0D1}" dt="2026-08-07T07:18:37.342" v="108" actId="20577"/>
      <pc:docMkLst>
        <pc:docMk/>
      </pc:docMkLst>
      <pc:sldChg chg="modSp">
        <pc:chgData name="Pavithra Babu" userId="S::pavithra.babu@aurigo.com::d7bfc97c-02da-4858-91fe-204c0b3ff371" providerId="AD" clId="Web-{9DB193F1-860B-DA39-D118-44A19F54F0D1}" dt="2026-08-07T06:43:46.188" v="1" actId="20577"/>
        <pc:sldMkLst>
          <pc:docMk/>
          <pc:sldMk cId="0" sldId="2147483477"/>
        </pc:sldMkLst>
        <pc:spChg chg="mod">
          <ac:chgData name="Pavithra Babu" userId="S::pavithra.babu@aurigo.com::d7bfc97c-02da-4858-91fe-204c0b3ff371" providerId="AD" clId="Web-{9DB193F1-860B-DA39-D118-44A19F54F0D1}" dt="2026-08-07T06:43:46.188" v="1" actId="20577"/>
          <ac:spMkLst>
            <pc:docMk/>
            <pc:sldMk cId="0" sldId="2147483477"/>
            <ac:spMk id="26" creationId="{8E8AAC46-46A0-5267-9A9B-674C1BD0158D}"/>
          </ac:spMkLst>
        </pc:spChg>
      </pc:sldChg>
      <pc:sldChg chg="addSp modSp">
        <pc:chgData name="Pavithra Babu" userId="S::pavithra.babu@aurigo.com::d7bfc97c-02da-4858-91fe-204c0b3ff371" providerId="AD" clId="Web-{9DB193F1-860B-DA39-D118-44A19F54F0D1}" dt="2026-08-07T07:11:40.671" v="43" actId="1076"/>
        <pc:sldMkLst>
          <pc:docMk/>
          <pc:sldMk cId="0" sldId="2147483479"/>
        </pc:sldMkLst>
        <pc:spChg chg="mod">
          <ac:chgData name="Pavithra Babu" userId="S::pavithra.babu@aurigo.com::d7bfc97c-02da-4858-91fe-204c0b3ff371" providerId="AD" clId="Web-{9DB193F1-860B-DA39-D118-44A19F54F0D1}" dt="2026-08-07T07:05:52.471" v="29" actId="20577"/>
          <ac:spMkLst>
            <pc:docMk/>
            <pc:sldMk cId="0" sldId="2147483479"/>
            <ac:spMk id="2" creationId="{00000000-0000-0000-0000-000000000000}"/>
          </ac:spMkLst>
        </pc:spChg>
        <pc:spChg chg="add mod">
          <ac:chgData name="Pavithra Babu" userId="S::pavithra.babu@aurigo.com::d7bfc97c-02da-4858-91fe-204c0b3ff371" providerId="AD" clId="Web-{9DB193F1-860B-DA39-D118-44A19F54F0D1}" dt="2026-08-07T07:11:40.671" v="43" actId="1076"/>
          <ac:spMkLst>
            <pc:docMk/>
            <pc:sldMk cId="0" sldId="2147483479"/>
            <ac:spMk id="3" creationId="{A6A6DD5E-3DDE-92D6-CDF1-3ABFA7BBF191}"/>
          </ac:spMkLst>
        </pc:spChg>
        <pc:spChg chg="mod">
          <ac:chgData name="Pavithra Babu" userId="S::pavithra.babu@aurigo.com::d7bfc97c-02da-4858-91fe-204c0b3ff371" providerId="AD" clId="Web-{9DB193F1-860B-DA39-D118-44A19F54F0D1}" dt="2026-08-07T07:05:04.063" v="20" actId="1076"/>
          <ac:spMkLst>
            <pc:docMk/>
            <pc:sldMk cId="0" sldId="2147483479"/>
            <ac:spMk id="4" creationId="{00000000-0000-0000-0000-000000000000}"/>
          </ac:spMkLst>
        </pc:spChg>
      </pc:sldChg>
      <pc:sldChg chg="addSp delSp modSp">
        <pc:chgData name="Pavithra Babu" userId="S::pavithra.babu@aurigo.com::d7bfc97c-02da-4858-91fe-204c0b3ff371" providerId="AD" clId="Web-{9DB193F1-860B-DA39-D118-44A19F54F0D1}" dt="2026-08-07T07:18:37.342" v="108" actId="20577"/>
        <pc:sldMkLst>
          <pc:docMk/>
          <pc:sldMk cId="0" sldId="2147483480"/>
        </pc:sldMkLst>
        <pc:spChg chg="add del mod">
          <ac:chgData name="Pavithra Babu" userId="S::pavithra.babu@aurigo.com::d7bfc97c-02da-4858-91fe-204c0b3ff371" providerId="AD" clId="Web-{9DB193F1-860B-DA39-D118-44A19F54F0D1}" dt="2026-08-07T07:17:46.965" v="96" actId="1076"/>
          <ac:spMkLst>
            <pc:docMk/>
            <pc:sldMk cId="0" sldId="2147483480"/>
            <ac:spMk id="2" creationId="{00000000-0000-0000-0000-000000000000}"/>
          </ac:spMkLst>
        </pc:spChg>
        <pc:spChg chg="add del">
          <ac:chgData name="Pavithra Babu" userId="S::pavithra.babu@aurigo.com::d7bfc97c-02da-4858-91fe-204c0b3ff371" providerId="AD" clId="Web-{9DB193F1-860B-DA39-D118-44A19F54F0D1}" dt="2026-08-07T07:15:17.132" v="47"/>
          <ac:spMkLst>
            <pc:docMk/>
            <pc:sldMk cId="0" sldId="2147483480"/>
            <ac:spMk id="3" creationId="{169B7C4D-927F-54CD-768D-4D80F1199A72}"/>
          </ac:spMkLst>
        </pc:spChg>
        <pc:spChg chg="add del mod">
          <ac:chgData name="Pavithra Babu" userId="S::pavithra.babu@aurigo.com::d7bfc97c-02da-4858-91fe-204c0b3ff371" providerId="AD" clId="Web-{9DB193F1-860B-DA39-D118-44A19F54F0D1}" dt="2026-08-07T07:16:40.900" v="74"/>
          <ac:spMkLst>
            <pc:docMk/>
            <pc:sldMk cId="0" sldId="2147483480"/>
            <ac:spMk id="5" creationId="{A01D9517-1479-FC19-A5C2-037465CB12EC}"/>
          </ac:spMkLst>
        </pc:spChg>
        <pc:spChg chg="add mod">
          <ac:chgData name="Pavithra Babu" userId="S::pavithra.babu@aurigo.com::d7bfc97c-02da-4858-91fe-204c0b3ff371" providerId="AD" clId="Web-{9DB193F1-860B-DA39-D118-44A19F54F0D1}" dt="2026-08-07T07:18:37.342" v="108" actId="20577"/>
          <ac:spMkLst>
            <pc:docMk/>
            <pc:sldMk cId="0" sldId="2147483480"/>
            <ac:spMk id="6" creationId="{AA8211B3-27FF-FE12-B02B-99FB0B00624A}"/>
          </ac:spMkLst>
        </pc:spChg>
        <pc:spChg chg="add del mod">
          <ac:chgData name="Pavithra Babu" userId="S::pavithra.babu@aurigo.com::d7bfc97c-02da-4858-91fe-204c0b3ff371" providerId="AD" clId="Web-{9DB193F1-860B-DA39-D118-44A19F54F0D1}" dt="2026-08-07T07:17:07.448" v="84"/>
          <ac:spMkLst>
            <pc:docMk/>
            <pc:sldMk cId="0" sldId="2147483480"/>
            <ac:spMk id="7" creationId="{E9D81B4E-3E4B-A047-3A54-5BE749204519}"/>
          </ac:spMkLst>
        </pc:spChg>
        <pc:spChg chg="add del">
          <ac:chgData name="Pavithra Babu" userId="S::pavithra.babu@aurigo.com::d7bfc97c-02da-4858-91fe-204c0b3ff371" providerId="AD" clId="Web-{9DB193F1-860B-DA39-D118-44A19F54F0D1}" dt="2026-08-07T07:16:48.744" v="79"/>
          <ac:spMkLst>
            <pc:docMk/>
            <pc:sldMk cId="0" sldId="2147483480"/>
            <ac:spMk id="8" creationId="{593968F3-913C-77B5-437C-A6E98A2DD480}"/>
          </ac:spMkLst>
        </pc:spChg>
      </pc:sldChg>
    </pc:docChg>
  </pc:docChgLst>
  <pc:docChgLst>
    <pc:chgData name="Lakshmi K" userId="37e38cf7-09d5-4756-8805-27193ea116bc" providerId="ADAL" clId="{DC1B4364-E1D1-4A35-8711-D3D7A1135949}"/>
    <pc:docChg chg="addSld delSld modSld">
      <pc:chgData name="Lakshmi K" userId="37e38cf7-09d5-4756-8805-27193ea116bc" providerId="ADAL" clId="{DC1B4364-E1D1-4A35-8711-D3D7A1135949}" dt="2026-08-07T09:31:34.939" v="10"/>
      <pc:docMkLst>
        <pc:docMk/>
      </pc:docMkLst>
      <pc:sldChg chg="modSp">
        <pc:chgData name="Lakshmi K" userId="37e38cf7-09d5-4756-8805-27193ea116bc" providerId="ADAL" clId="{DC1B4364-E1D1-4A35-8711-D3D7A1135949}" dt="2026-08-07T06:53:38.182" v="4"/>
        <pc:sldMkLst>
          <pc:docMk/>
          <pc:sldMk cId="0" sldId="2147483479"/>
        </pc:sldMkLst>
        <pc:spChg chg="mod">
          <ac:chgData name="Lakshmi K" userId="37e38cf7-09d5-4756-8805-27193ea116bc" providerId="ADAL" clId="{DC1B4364-E1D1-4A35-8711-D3D7A1135949}" dt="2026-08-07T06:51:35.571" v="3"/>
          <ac:spMkLst>
            <pc:docMk/>
            <pc:sldMk cId="0" sldId="2147483479"/>
            <ac:spMk id="2" creationId="{00000000-0000-0000-0000-000000000000}"/>
          </ac:spMkLst>
        </pc:spChg>
        <pc:spChg chg="mod">
          <ac:chgData name="Lakshmi K" userId="37e38cf7-09d5-4756-8805-27193ea116bc" providerId="ADAL" clId="{DC1B4364-E1D1-4A35-8711-D3D7A1135949}" dt="2026-08-07T06:53:38.182" v="4"/>
          <ac:spMkLst>
            <pc:docMk/>
            <pc:sldMk cId="0" sldId="2147483479"/>
            <ac:spMk id="4" creationId="{00000000-0000-0000-0000-000000000000}"/>
          </ac:spMkLst>
        </pc:spChg>
      </pc:sldChg>
      <pc:sldChg chg="modSp mod">
        <pc:chgData name="Lakshmi K" userId="37e38cf7-09d5-4756-8805-27193ea116bc" providerId="ADAL" clId="{DC1B4364-E1D1-4A35-8711-D3D7A1135949}" dt="2026-08-07T09:30:43.675" v="6" actId="255"/>
        <pc:sldMkLst>
          <pc:docMk/>
          <pc:sldMk cId="0" sldId="2147483480"/>
        </pc:sldMkLst>
        <pc:spChg chg="mod">
          <ac:chgData name="Lakshmi K" userId="37e38cf7-09d5-4756-8805-27193ea116bc" providerId="ADAL" clId="{DC1B4364-E1D1-4A35-8711-D3D7A1135949}" dt="2026-08-07T09:30:43.675" v="6" actId="255"/>
          <ac:spMkLst>
            <pc:docMk/>
            <pc:sldMk cId="0" sldId="2147483480"/>
            <ac:spMk id="4" creationId="{00000000-0000-0000-0000-000000000000}"/>
          </ac:spMkLst>
        </pc:spChg>
      </pc:sldChg>
      <pc:sldChg chg="modSp mod">
        <pc:chgData name="Lakshmi K" userId="37e38cf7-09d5-4756-8805-27193ea116bc" providerId="ADAL" clId="{DC1B4364-E1D1-4A35-8711-D3D7A1135949}" dt="2026-08-07T09:30:50.989" v="8" actId="12"/>
        <pc:sldMkLst>
          <pc:docMk/>
          <pc:sldMk cId="0" sldId="2147483481"/>
        </pc:sldMkLst>
        <pc:spChg chg="mod">
          <ac:chgData name="Lakshmi K" userId="37e38cf7-09d5-4756-8805-27193ea116bc" providerId="ADAL" clId="{DC1B4364-E1D1-4A35-8711-D3D7A1135949}" dt="2026-08-07T09:30:50.989" v="8" actId="12"/>
          <ac:spMkLst>
            <pc:docMk/>
            <pc:sldMk cId="0" sldId="2147483481"/>
            <ac:spMk id="5" creationId="{00000000-0000-0000-0000-000000000000}"/>
          </ac:spMkLst>
        </pc:spChg>
      </pc:sldChg>
      <pc:sldChg chg="modSp add del">
        <pc:chgData name="Lakshmi K" userId="37e38cf7-09d5-4756-8805-27193ea116bc" providerId="ADAL" clId="{DC1B4364-E1D1-4A35-8711-D3D7A1135949}" dt="2026-08-07T09:31:34.939" v="10"/>
        <pc:sldMkLst>
          <pc:docMk/>
          <pc:sldMk cId="0" sldId="2147483482"/>
        </pc:sldMkLst>
        <pc:spChg chg="mod">
          <ac:chgData name="Lakshmi K" userId="37e38cf7-09d5-4756-8805-27193ea116bc" providerId="ADAL" clId="{DC1B4364-E1D1-4A35-8711-D3D7A1135949}" dt="2026-08-07T06:04:16.650" v="0"/>
          <ac:spMkLst>
            <pc:docMk/>
            <pc:sldMk cId="0" sldId="2147483482"/>
            <ac:spMk id="2" creationId="{00000000-0000-0000-0000-000000000000}"/>
          </ac:spMkLst>
        </pc:spChg>
        <pc:spChg chg="mod">
          <ac:chgData name="Lakshmi K" userId="37e38cf7-09d5-4756-8805-27193ea116bc" providerId="ADAL" clId="{DC1B4364-E1D1-4A35-8711-D3D7A1135949}" dt="2026-08-07T06:04:39.798" v="1"/>
          <ac:spMkLst>
            <pc:docMk/>
            <pc:sldMk cId="0" sldId="2147483482"/>
            <ac:spMk id="5" creationId="{00000000-0000-0000-0000-000000000000}"/>
          </ac:spMkLst>
        </pc:spChg>
      </pc:sldChg>
      <pc:sldChg chg="modSp mod">
        <pc:chgData name="Lakshmi K" userId="37e38cf7-09d5-4756-8805-27193ea116bc" providerId="ADAL" clId="{DC1B4364-E1D1-4A35-8711-D3D7A1135949}" dt="2026-08-07T09:30:59.271" v="9" actId="255"/>
        <pc:sldMkLst>
          <pc:docMk/>
          <pc:sldMk cId="0" sldId="2147483483"/>
        </pc:sldMkLst>
        <pc:spChg chg="mod">
          <ac:chgData name="Lakshmi K" userId="37e38cf7-09d5-4756-8805-27193ea116bc" providerId="ADAL" clId="{DC1B4364-E1D1-4A35-8711-D3D7A1135949}" dt="2026-08-07T09:30:59.271" v="9" actId="255"/>
          <ac:spMkLst>
            <pc:docMk/>
            <pc:sldMk cId="0" sldId="2147483483"/>
            <ac:spMk id="5" creationId="{00000000-0000-0000-0000-000000000000}"/>
          </ac:spMkLst>
        </pc:spChg>
      </pc:sldChg>
    </pc:docChg>
  </pc:docChgLst>
  <pc:docChgLst>
    <pc:chgData name="Nithessh Kumar" userId="S::nithessh.kumar@aurigo.com::6d48a088-86f5-4ea4-aff6-7582f2e593dd" providerId="AD" clId="Web-{22D0F91E-E908-1EFE-E6BB-6AF8A23B4DE1}"/>
    <pc:docChg chg="modSld">
      <pc:chgData name="Nithessh Kumar" userId="S::nithessh.kumar@aurigo.com::6d48a088-86f5-4ea4-aff6-7582f2e593dd" providerId="AD" clId="Web-{22D0F91E-E908-1EFE-E6BB-6AF8A23B4DE1}" dt="2026-08-07T06:08:33.338" v="97" actId="20577"/>
      <pc:docMkLst>
        <pc:docMk/>
      </pc:docMkLst>
      <pc:sldChg chg="modSp">
        <pc:chgData name="Nithessh Kumar" userId="S::nithessh.kumar@aurigo.com::6d48a088-86f5-4ea4-aff6-7582f2e593dd" providerId="AD" clId="Web-{22D0F91E-E908-1EFE-E6BB-6AF8A23B4DE1}" dt="2026-08-07T05:59:33.021" v="21" actId="20577"/>
        <pc:sldMkLst>
          <pc:docMk/>
          <pc:sldMk cId="0" sldId="2147483480"/>
        </pc:sldMkLst>
        <pc:spChg chg="mod">
          <ac:chgData name="Nithessh Kumar" userId="S::nithessh.kumar@aurigo.com::6d48a088-86f5-4ea4-aff6-7582f2e593dd" providerId="AD" clId="Web-{22D0F91E-E908-1EFE-E6BB-6AF8A23B4DE1}" dt="2026-08-07T05:59:33.021" v="21" actId="20577"/>
          <ac:spMkLst>
            <pc:docMk/>
            <pc:sldMk cId="0" sldId="2147483480"/>
            <ac:spMk id="4" creationId="{00000000-0000-0000-0000-000000000000}"/>
          </ac:spMkLst>
        </pc:spChg>
      </pc:sldChg>
      <pc:sldChg chg="modSp">
        <pc:chgData name="Nithessh Kumar" userId="S::nithessh.kumar@aurigo.com::6d48a088-86f5-4ea4-aff6-7582f2e593dd" providerId="AD" clId="Web-{22D0F91E-E908-1EFE-E6BB-6AF8A23B4DE1}" dt="2026-08-07T06:08:33.338" v="97" actId="20577"/>
        <pc:sldMkLst>
          <pc:docMk/>
          <pc:sldMk cId="0" sldId="2147483483"/>
        </pc:sldMkLst>
        <pc:spChg chg="mod">
          <ac:chgData name="Nithessh Kumar" userId="S::nithessh.kumar@aurigo.com::6d48a088-86f5-4ea4-aff6-7582f2e593dd" providerId="AD" clId="Web-{22D0F91E-E908-1EFE-E6BB-6AF8A23B4DE1}" dt="2026-08-07T06:08:33.338" v="97" actId="20577"/>
          <ac:spMkLst>
            <pc:docMk/>
            <pc:sldMk cId="0" sldId="2147483483"/>
            <ac:spMk id="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D585F-E553-4951-A856-7470133DB20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158F9-2E66-4309-B6CC-9CA2063F8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02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F29D-98FF-F9DB-27FD-1A5F97E4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4AAAB-9CB3-9722-B56D-D5B99F348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EF35C-5BBF-EFA9-627B-192785846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DA73-036F-4EB9-BFF5-C65844ACF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C7D8C-E379-4825-AB65-D06FB38D96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96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Problem statement / agent:</a:t>
            </a:r>
            <a:br>
              <a:rPr lang="en-US"/>
            </a:br>
            <a:r>
              <a:rPr lang="en-US"/>
              <a:t>Ask five teams how we position a product, and you may get five different answers. Our Product Marketing Intelligence Agent makes the latest positioning, market insights, and proof points easy to find and use.</a:t>
            </a:r>
          </a:p>
          <a:p>
            <a:r>
              <a:rPr lang="en-US" b="1"/>
              <a:t>Who feels this pain today:</a:t>
            </a:r>
            <a:br>
              <a:rPr lang="en-US"/>
            </a:br>
            <a:r>
              <a:rPr lang="en-US"/>
              <a:t>Sales asks, “How do I pitch this?” Proposals asks, “Which proof points can I use?” Marketing asks, “What’s our latest story?” And ELT asks, “What is the market telling us?”</a:t>
            </a:r>
          </a:p>
          <a:p>
            <a:r>
              <a:rPr lang="en-US" b="1"/>
              <a:t>Why it matters now:</a:t>
            </a:r>
            <a:br>
              <a:rPr lang="en-US"/>
            </a:br>
            <a:r>
              <a:rPr lang="en-US"/>
              <a:t>Teams lose time searching, customer-facing stories become inconsistent, and important market insights don’t always reach the people making decisions.</a:t>
            </a:r>
          </a:p>
          <a:p>
            <a:r>
              <a:rPr lang="en-US" b="1"/>
              <a:t>Current workaround:</a:t>
            </a:r>
            <a:br>
              <a:rPr lang="en-US"/>
            </a:br>
            <a:r>
              <a:rPr lang="en-US"/>
              <a:t>Teams search through decks, documents, and emails—or ask Product Marketing to find, verify, and repackage the information every time.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158F9-2E66-4309-B6CC-9CA2063F884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72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central innovation is not simply creating a single source of truth. It is making that truth context-aware—so every function receives the answer it needs without changing the underlying product story. Hive transforms approved product intelligence into the pitch, evidence, and insight each team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158F9-2E66-4309-B6CC-9CA2063F884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232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Hive turns one internal investment into capabilities that would otherwise require multiple tools—while keeping </a:t>
            </a:r>
            <a:r>
              <a:rPr lang="en-US" dirty="0" err="1"/>
              <a:t>Aurigo’s</a:t>
            </a:r>
            <a:r>
              <a:rPr lang="en-US" dirty="0"/>
              <a:t> product and market intelligence secure, governed, and tailored to our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158F9-2E66-4309-B6CC-9CA2063F884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4996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2921-86BD-19CE-3D1D-476129622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1F3DE-6FE7-68B4-030B-E0D649EC5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EB0D8-A7E8-C372-88DD-7F5D2628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72E84-3DDF-731E-29B2-EE892C8E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E8903-6089-DF84-D2F6-ED393C31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2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ADF3-6428-88E6-D2FC-A8FEC51EE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DF691-5636-BF54-E935-6ECEA2B7D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C23FF-4002-42FF-9ADC-A1A5F126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4B18E-3D35-C5EF-F3BD-0B9C6578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AAD78-35FC-2CEF-0AE1-FE01E049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56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D9E6-C447-F68C-BC20-825F49A7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C5C15-750C-216D-3C91-D84851DF1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5197-DDB4-CB82-D832-9394CB7F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40DEC-1935-4021-4A69-F2663FCE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569AA-742E-5BBA-86B9-08C75639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2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509A-51D3-BD97-E491-233604D4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5745-52C4-E7F6-3D5A-5A28596BD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0AA96-4795-7369-BF3A-5AFB67F8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E5457-0311-0DCF-994A-20EEBB4F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B2F03-5401-7001-10B2-B4BD4482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22507-831B-99BE-20DD-C27461E8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37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207E-51EA-EEDA-E575-5851B333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10C9A-6FD2-85E9-195F-65ED71963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0AE0A-4457-BE45-FADB-BCA2A1C6E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160F8-4E9E-8995-7C63-65CD920FA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2B3F6-F9FE-4820-CCCF-12674D2EC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65EAB-5709-5D77-FD09-99481865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35913-C70E-F01A-D44D-D511F348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6B69D-4543-B215-F2FC-DBB05BD3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07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CB53-0058-2219-2FB5-8EFFBD2E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CDE64-2FC2-2CD4-CE93-8D3C8152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9982A-41CD-6600-68DA-3007D2FA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4C2E9-7DFC-1630-424F-9FD55BE1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674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03EFF-9D02-C7D0-E49F-BFF2BDE7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A4B6C-95B2-86AA-DD56-80D004DF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E7F66-2A47-F597-8166-B082FF27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59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361F-B8E6-FA5B-11E6-72A68126D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89ABF-4196-00B3-7410-977992FA1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B6E6F-E735-D5C3-2DB2-C66A3A44F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17A98-6702-E226-06E3-01CE5A0C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3A43C-7995-AAD9-9317-17E9E115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B2D63-4978-4192-BD92-672D8452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9574-4F45-81E2-DEED-3D8CC9BF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2EAF0-C4B0-0EE9-F1B4-CF4978EA9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73D6A-AA5E-4B23-0769-FC04654AB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E0F34-9106-BBB3-455B-1684CD41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CA403-92C4-FBE9-0F59-BD5A5F71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90E3B-CA79-01B6-43A8-C48E3B03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7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1EE1-6E5E-8EBA-EE0A-C0271083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20DE8-4600-314B-D424-277303C70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60359-01AC-70E5-D7F1-21756B0F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0ED0B-9DCE-925F-F9E8-21496F51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2B878-61FC-B850-5E87-372AF5D2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14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0B5F0-3B80-729B-FB21-B71A86F88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AA8EE-614E-6573-ACC7-BC3F25226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50E46-0250-6900-10FC-3D54F09B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7755-986B-74C6-5EA1-86BA25CC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D3986-F4E6-01CE-939D-0111EBF3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23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D195F66-C67A-B1FC-46F4-C318088057A0}"/>
              </a:ext>
            </a:extLst>
          </p:cNvPr>
          <p:cNvGrpSpPr/>
          <p:nvPr userDrawn="1"/>
        </p:nvGrpSpPr>
        <p:grpSpPr>
          <a:xfrm>
            <a:off x="-486403" y="-2004246"/>
            <a:ext cx="16948836" cy="12675347"/>
            <a:chOff x="-486403" y="-2004246"/>
            <a:chExt cx="16948836" cy="1267534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DF59AE-E73B-8D38-1D07-CC3667E7F24E}"/>
                </a:ext>
              </a:extLst>
            </p:cNvPr>
            <p:cNvGrpSpPr/>
            <p:nvPr/>
          </p:nvGrpSpPr>
          <p:grpSpPr>
            <a:xfrm>
              <a:off x="-486403" y="-2004246"/>
              <a:ext cx="15252828" cy="12675347"/>
              <a:chOff x="-486403" y="-2004246"/>
              <a:chExt cx="15252828" cy="1267534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388255-4799-6D60-1A04-12E3890E6306}"/>
                  </a:ext>
                </a:extLst>
              </p:cNvPr>
              <p:cNvSpPr/>
              <p:nvPr/>
            </p:nvSpPr>
            <p:spPr>
              <a:xfrm>
                <a:off x="0" y="-36062"/>
                <a:ext cx="12192000" cy="6894062"/>
              </a:xfrm>
              <a:prstGeom prst="rect">
                <a:avLst/>
              </a:prstGeom>
              <a:gradFill flip="none" rotWithShape="1">
                <a:gsLst>
                  <a:gs pos="31000">
                    <a:srgbClr val="3199AA"/>
                  </a:gs>
                  <a:gs pos="19000">
                    <a:srgbClr val="60D3DF"/>
                  </a:gs>
                  <a:gs pos="5000">
                    <a:schemeClr val="accent1">
                      <a:lumMod val="5000"/>
                      <a:lumOff val="95000"/>
                    </a:schemeClr>
                  </a:gs>
                  <a:gs pos="69000">
                    <a:srgbClr val="053445"/>
                  </a:gs>
                  <a:gs pos="100000">
                    <a:srgbClr val="000000"/>
                  </a:gs>
                  <a:gs pos="50000">
                    <a:srgbClr val="015F74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C35D93-CBB7-00BC-6BFA-E325000564ED}"/>
                  </a:ext>
                </a:extLst>
              </p:cNvPr>
              <p:cNvSpPr/>
              <p:nvPr/>
            </p:nvSpPr>
            <p:spPr>
              <a:xfrm>
                <a:off x="0" y="-36062"/>
                <a:ext cx="12192000" cy="68940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50000"/>
                    </a:schemeClr>
                  </a:gs>
                  <a:gs pos="62000">
                    <a:srgbClr val="60D3DF">
                      <a:alpha val="19000"/>
                    </a:srgbClr>
                  </a:gs>
                  <a:gs pos="40000">
                    <a:srgbClr val="152F32">
                      <a:alpha val="17000"/>
                    </a:srgbClr>
                  </a:gs>
                  <a:gs pos="85000">
                    <a:srgbClr val="60D3DF">
                      <a:alpha val="42000"/>
                    </a:srgbClr>
                  </a:gs>
                  <a:gs pos="14000">
                    <a:srgbClr val="000000">
                      <a:alpha val="42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09C79CF-F4B0-640F-8E1B-9981904A42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1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2588298" y="-3239801"/>
                <a:ext cx="7188199" cy="13337601"/>
              </a:xfrm>
              <a:prstGeom prst="rect">
                <a:avLst/>
              </a:prstGeom>
            </p:spPr>
          </p:pic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EFA162FD-3399-D6E4-3756-03FBF36775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alphaModFix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5578025">
                <a:off x="1693655" y="-2401669"/>
                <a:ext cx="12675347" cy="13470193"/>
              </a:xfrm>
              <a:prstGeom prst="rect">
                <a:avLst/>
              </a:prstGeom>
            </p:spPr>
          </p:pic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5A3E4F-0E9F-7921-448F-9684FCDBCA39}"/>
                </a:ext>
              </a:extLst>
            </p:cNvPr>
            <p:cNvSpPr/>
            <p:nvPr/>
          </p:nvSpPr>
          <p:spPr>
            <a:xfrm>
              <a:off x="7786031" y="1181445"/>
              <a:ext cx="8676402" cy="8676402"/>
            </a:xfrm>
            <a:prstGeom prst="ellipse">
              <a:avLst/>
            </a:prstGeom>
            <a:gradFill flip="none" rotWithShape="1">
              <a:gsLst>
                <a:gs pos="0">
                  <a:srgbClr val="46B2BE">
                    <a:alpha val="0"/>
                  </a:srgbClr>
                </a:gs>
                <a:gs pos="12000">
                  <a:srgbClr val="46B2BE">
                    <a:alpha val="1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glow rad="1905000">
                <a:schemeClr val="bg1">
                  <a:alpha val="8000"/>
                </a:schemeClr>
              </a:glow>
              <a:softEdge rad="7239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C3EA88-974C-3449-5F31-0C92FB9F7052}"/>
              </a:ext>
            </a:extLst>
          </p:cNvPr>
          <p:cNvGrpSpPr/>
          <p:nvPr userDrawn="1"/>
        </p:nvGrpSpPr>
        <p:grpSpPr>
          <a:xfrm>
            <a:off x="10143066" y="463894"/>
            <a:ext cx="2048934" cy="717552"/>
            <a:chOff x="10143066" y="353826"/>
            <a:chExt cx="2048934" cy="71755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26C8319-E30F-607A-5169-118B7F8D4B11}"/>
                </a:ext>
              </a:extLst>
            </p:cNvPr>
            <p:cNvGrpSpPr/>
            <p:nvPr/>
          </p:nvGrpSpPr>
          <p:grpSpPr>
            <a:xfrm>
              <a:off x="10160000" y="353828"/>
              <a:ext cx="2032000" cy="717550"/>
              <a:chOff x="10169428" y="367856"/>
              <a:chExt cx="2032000" cy="717550"/>
            </a:xfrm>
            <a:effectLst>
              <a:outerShdw blurRad="50800" dist="38100" dir="5400000" algn="t" rotWithShape="0">
                <a:prstClr val="black">
                  <a:alpha val="22000"/>
                </a:prstClr>
              </a:outerShdw>
            </a:effectLst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1607E2-89ED-94E0-149E-34D79E07487E}"/>
                  </a:ext>
                </a:extLst>
              </p:cNvPr>
              <p:cNvSpPr/>
              <p:nvPr userDrawn="1"/>
            </p:nvSpPr>
            <p:spPr>
              <a:xfrm>
                <a:off x="10169428" y="367856"/>
                <a:ext cx="2032000" cy="717550"/>
              </a:xfrm>
              <a:prstGeom prst="rect">
                <a:avLst/>
              </a:prstGeom>
              <a:solidFill>
                <a:srgbClr val="0534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0" name="Picture 19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0B9225F5-78BB-21CA-5286-408720279A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40404" y="562801"/>
                <a:ext cx="1090047" cy="327660"/>
              </a:xfrm>
              <a:prstGeom prst="rect">
                <a:avLst/>
              </a:prstGeom>
            </p:spPr>
          </p:pic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25B50C-DC62-BBF0-D443-6F27C3797089}"/>
                </a:ext>
              </a:extLst>
            </p:cNvPr>
            <p:cNvSpPr/>
            <p:nvPr/>
          </p:nvSpPr>
          <p:spPr>
            <a:xfrm>
              <a:off x="10143066" y="353826"/>
              <a:ext cx="110067" cy="717551"/>
            </a:xfrm>
            <a:prstGeom prst="rect">
              <a:avLst/>
            </a:prstGeom>
            <a:solidFill>
              <a:srgbClr val="EE31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89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0061D7-6046-5FFD-09CB-C7253C6FD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01900" y="-3272206"/>
            <a:ext cx="7188199" cy="1333760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E163DAE-00DD-2058-1698-2BD9F0F7CFCE}"/>
              </a:ext>
            </a:extLst>
          </p:cNvPr>
          <p:cNvGrpSpPr/>
          <p:nvPr userDrawn="1"/>
        </p:nvGrpSpPr>
        <p:grpSpPr>
          <a:xfrm>
            <a:off x="481615" y="6519641"/>
            <a:ext cx="3133614" cy="215444"/>
            <a:chOff x="622300" y="6567766"/>
            <a:chExt cx="3133614" cy="2154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745A5E-36B5-315B-EA97-C55EAE94CA12}"/>
                </a:ext>
              </a:extLst>
            </p:cNvPr>
            <p:cNvSpPr txBox="1"/>
            <p:nvPr/>
          </p:nvSpPr>
          <p:spPr>
            <a:xfrm>
              <a:off x="1004840" y="6567766"/>
              <a:ext cx="275107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GB" sz="800">
                  <a:solidFill>
                    <a:srgbClr val="B4B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| Confidential Information. ©2026 </a:t>
              </a:r>
              <a:r>
                <a:rPr lang="en-US" sz="800" err="1">
                  <a:solidFill>
                    <a:srgbClr val="B4B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Aurigo</a:t>
              </a:r>
              <a:r>
                <a:rPr lang="en-GB" sz="800">
                  <a:solidFill>
                    <a:srgbClr val="B4B5B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All rights reserved.</a:t>
              </a: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17176EF-ED1D-3E78-8538-4C9375A36F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2300" y="6605558"/>
              <a:ext cx="451858" cy="139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7215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F7ED2BF-56D7-1C62-542D-48EE1DDB2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1549" y="389890"/>
            <a:ext cx="1090047" cy="32766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3799935-A87A-7960-2D15-992D8C9C5750}"/>
              </a:ext>
            </a:extLst>
          </p:cNvPr>
          <p:cNvGrpSpPr/>
          <p:nvPr userDrawn="1"/>
        </p:nvGrpSpPr>
        <p:grpSpPr>
          <a:xfrm>
            <a:off x="-1277633" y="-3443582"/>
            <a:ext cx="18460154" cy="12675347"/>
            <a:chOff x="-1277633" y="-3443582"/>
            <a:chExt cx="18460154" cy="126753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27A7D2A-DACA-F01D-A0CA-14459D3ABC69}"/>
                </a:ext>
              </a:extLst>
            </p:cNvPr>
            <p:cNvSpPr/>
            <p:nvPr/>
          </p:nvSpPr>
          <p:spPr>
            <a:xfrm>
              <a:off x="0" y="-36062"/>
              <a:ext cx="12192000" cy="6894062"/>
            </a:xfrm>
            <a:prstGeom prst="rect">
              <a:avLst/>
            </a:prstGeom>
            <a:gradFill flip="none" rotWithShape="1">
              <a:gsLst>
                <a:gs pos="31000">
                  <a:srgbClr val="3199AA"/>
                </a:gs>
                <a:gs pos="19000">
                  <a:srgbClr val="60D3DF"/>
                </a:gs>
                <a:gs pos="5000">
                  <a:schemeClr val="accent1">
                    <a:lumMod val="5000"/>
                    <a:lumOff val="95000"/>
                  </a:schemeClr>
                </a:gs>
                <a:gs pos="69000">
                  <a:srgbClr val="053445"/>
                </a:gs>
                <a:gs pos="100000">
                  <a:srgbClr val="000000"/>
                </a:gs>
                <a:gs pos="50000">
                  <a:srgbClr val="015F74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ABC8E96-59A5-486A-F7F6-112C2E23CBC2}"/>
                </a:ext>
              </a:extLst>
            </p:cNvPr>
            <p:cNvSpPr/>
            <p:nvPr/>
          </p:nvSpPr>
          <p:spPr>
            <a:xfrm>
              <a:off x="0" y="-36062"/>
              <a:ext cx="12192000" cy="689406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0"/>
                    <a:lumOff val="100000"/>
                    <a:alpha val="50000"/>
                  </a:schemeClr>
                </a:gs>
                <a:gs pos="62000">
                  <a:srgbClr val="60D3DF">
                    <a:alpha val="19000"/>
                  </a:srgbClr>
                </a:gs>
                <a:gs pos="40000">
                  <a:srgbClr val="152F32">
                    <a:alpha val="17000"/>
                  </a:srgbClr>
                </a:gs>
                <a:gs pos="85000">
                  <a:srgbClr val="60D3DF">
                    <a:alpha val="42000"/>
                  </a:srgbClr>
                </a:gs>
                <a:gs pos="14000">
                  <a:srgbClr val="000000">
                    <a:alpha val="42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CFDA68-04F6-2A6E-5A61-A0A339B8E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2501900" y="-3424606"/>
              <a:ext cx="7188199" cy="1333760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74798FA-CB93-5523-6270-B669833069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4416375">
              <a:off x="-880210" y="-3841005"/>
              <a:ext cx="12675347" cy="13470193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7ED8358-5512-7E03-179E-3CFEE9D225B4}"/>
                </a:ext>
              </a:extLst>
            </p:cNvPr>
            <p:cNvSpPr/>
            <p:nvPr/>
          </p:nvSpPr>
          <p:spPr>
            <a:xfrm>
              <a:off x="8506119" y="-1818402"/>
              <a:ext cx="8676402" cy="8676402"/>
            </a:xfrm>
            <a:prstGeom prst="ellipse">
              <a:avLst/>
            </a:prstGeom>
            <a:gradFill flip="none" rotWithShape="1">
              <a:gsLst>
                <a:gs pos="0">
                  <a:srgbClr val="46B2BE">
                    <a:alpha val="0"/>
                  </a:srgbClr>
                </a:gs>
                <a:gs pos="12000">
                  <a:srgbClr val="46B2BE">
                    <a:alpha val="1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glow rad="1905000">
                <a:srgbClr val="60D3DF">
                  <a:alpha val="20000"/>
                </a:srgbClr>
              </a:glow>
              <a:softEdge rad="7239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69878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1BD66-C082-0570-F539-DAC73F433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07438-7CCD-2D7A-B782-9D67D0F6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1B73F-49F5-3EEE-951D-6D706C9A8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D3F4F-11EC-41E2-8970-54C7AFB04D1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E6D94-2528-78EA-27E8-54F673159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45E23-ED26-4B85-E7CA-194DAC10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56ECB5-73C4-4F54-8216-94355FA1C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16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851A09-6B32-E517-88A7-06EFF206A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1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60F2466-EC30-8520-E479-D11914D08F36}"/>
              </a:ext>
            </a:extLst>
          </p:cNvPr>
          <p:cNvGrpSpPr/>
          <p:nvPr/>
        </p:nvGrpSpPr>
        <p:grpSpPr>
          <a:xfrm>
            <a:off x="10160000" y="463896"/>
            <a:ext cx="2032000" cy="717550"/>
            <a:chOff x="10169428" y="367856"/>
            <a:chExt cx="2032000" cy="717550"/>
          </a:xfrm>
          <a:solidFill>
            <a:srgbClr val="EE0000"/>
          </a:solidFill>
          <a:effectLst>
            <a:outerShdw blurRad="50800" dist="38100" dir="5400000" algn="t" rotWithShape="0">
              <a:prstClr val="black">
                <a:alpha val="22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28126F-A484-C45B-FCFD-1446B06F319E}"/>
                </a:ext>
              </a:extLst>
            </p:cNvPr>
            <p:cNvSpPr/>
            <p:nvPr userDrawn="1"/>
          </p:nvSpPr>
          <p:spPr>
            <a:xfrm>
              <a:off x="10169428" y="367856"/>
              <a:ext cx="2032000" cy="7175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23D5E78B-922C-F818-7E8A-8C1FF97A5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0404" y="562801"/>
              <a:ext cx="1090047" cy="327660"/>
            </a:xfrm>
            <a:prstGeom prst="rect">
              <a:avLst/>
            </a:prstGeom>
            <a:grpFill/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347A51-922F-2DFB-6717-C5ABF43E55EA}"/>
              </a:ext>
            </a:extLst>
          </p:cNvPr>
          <p:cNvGrpSpPr/>
          <p:nvPr/>
        </p:nvGrpSpPr>
        <p:grpSpPr>
          <a:xfrm>
            <a:off x="706504" y="3580340"/>
            <a:ext cx="7811854" cy="1777435"/>
            <a:chOff x="706504" y="3623251"/>
            <a:chExt cx="7811854" cy="177743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BDBA7C-1306-F6F5-8C7F-98A555C5576F}"/>
                </a:ext>
              </a:extLst>
            </p:cNvPr>
            <p:cNvSpPr txBox="1"/>
            <p:nvPr/>
          </p:nvSpPr>
          <p:spPr>
            <a:xfrm>
              <a:off x="706504" y="3623251"/>
              <a:ext cx="7811854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Hive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CEF1B7-F3A2-BFE1-15A1-1A8C77760BDA}"/>
                </a:ext>
              </a:extLst>
            </p:cNvPr>
            <p:cNvCxnSpPr>
              <a:cxnSpLocks/>
            </p:cNvCxnSpPr>
            <p:nvPr/>
          </p:nvCxnSpPr>
          <p:spPr>
            <a:xfrm>
              <a:off x="802757" y="4665856"/>
              <a:ext cx="6360043" cy="0"/>
            </a:xfrm>
            <a:prstGeom prst="line">
              <a:avLst/>
            </a:prstGeom>
            <a:ln w="12700">
              <a:solidFill>
                <a:srgbClr val="46B2B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8AAC46-46A0-5267-9A9B-674C1BD0158D}"/>
                </a:ext>
              </a:extLst>
            </p:cNvPr>
            <p:cNvSpPr txBox="1"/>
            <p:nvPr/>
          </p:nvSpPr>
          <p:spPr>
            <a:xfrm>
              <a:off x="706504" y="4939021"/>
              <a:ext cx="7811854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2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Blackbriar |  Track B |  </a:t>
              </a:r>
              <a:r>
                <a:rPr lang="en-US" sz="2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Aurigo</a:t>
              </a:r>
              <a:r>
                <a:rPr lang="en-US" sz="2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Hackathon 2026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DA6FDB-D468-2F01-C969-F51A2A5AC758}"/>
              </a:ext>
            </a:extLst>
          </p:cNvPr>
          <p:cNvSpPr txBox="1"/>
          <p:nvPr/>
        </p:nvSpPr>
        <p:spPr>
          <a:xfrm>
            <a:off x="2584174" y="24118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000" y="295000"/>
            <a:ext cx="11292000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45720" rIns="150000" bIns="45720" rtlCol="0" anchor="ctr"/>
          <a:lstStyle/>
          <a:p>
            <a:endParaRPr lang="en-US" sz="2600" b="1">
              <a:solidFill>
                <a:srgbClr val="FFFFFF"/>
              </a:solidFill>
              <a:latin typeface="Calibri"/>
            </a:endParaRPr>
          </a:p>
          <a:p>
            <a:r>
              <a:rPr lang="en-US" sz="2600" b="1">
                <a:solidFill>
                  <a:srgbClr val="FFFFFF"/>
                </a:solidFill>
                <a:latin typeface="Calibri"/>
              </a:rPr>
              <a:t>The product narrative gets lost in translation across teams. </a:t>
            </a:r>
            <a:endParaRPr lang="en-US" sz="2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endParaRPr lang="en-US" sz="2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6DD5E-3DDE-92D6-CDF1-3ABFA7BBF191}"/>
              </a:ext>
            </a:extLst>
          </p:cNvPr>
          <p:cNvSpPr txBox="1"/>
          <p:nvPr/>
        </p:nvSpPr>
        <p:spPr>
          <a:xfrm>
            <a:off x="475013" y="1133104"/>
            <a:ext cx="857002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en-US" sz="1600" i="1">
                <a:solidFill>
                  <a:srgbClr val="6B6B6B"/>
                </a:solidFill>
                <a:latin typeface="Calibri"/>
                <a:ea typeface="Calibri"/>
                <a:cs typeface="Segoe UI"/>
              </a:rPr>
              <a:t>The Problem We're Solving </a:t>
            </a:r>
            <a:r>
              <a:rPr lang="en-US" sz="16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94360" y="1965960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15F74"/>
                </a:solidFill>
                <a:latin typeface="Calibri"/>
              </a:rPr>
              <a:t>SALES</a:t>
            </a:r>
          </a:p>
          <a:p>
            <a:pPr algn="l">
              <a:spcAft>
                <a:spcPts val="0"/>
              </a:spcAft>
            </a:pPr>
            <a:r>
              <a:rPr sz="1450" b="1">
                <a:solidFill>
                  <a:srgbClr val="053445"/>
                </a:solidFill>
                <a:latin typeface="Calibri"/>
              </a:rPr>
              <a:t>Needs the pitch</a:t>
            </a:r>
          </a:p>
        </p:txBody>
      </p:sp>
      <p:sp>
        <p:nvSpPr>
          <p:cNvPr id="6" name="Down Arrow 5"/>
          <p:cNvSpPr/>
          <p:nvPr/>
        </p:nvSpPr>
        <p:spPr>
          <a:xfrm>
            <a:off x="2231136" y="3145536"/>
            <a:ext cx="256032" cy="347472"/>
          </a:xfrm>
          <a:prstGeom prst="downArrow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6824" y="1965960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212140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15F74"/>
                </a:solidFill>
                <a:latin typeface="Calibri"/>
              </a:rPr>
              <a:t>PROPOSALS</a:t>
            </a:r>
          </a:p>
          <a:p>
            <a:pPr algn="l">
              <a:spcAft>
                <a:spcPts val="0"/>
              </a:spcAft>
            </a:pPr>
            <a:r>
              <a:rPr sz="1450" b="1">
                <a:solidFill>
                  <a:srgbClr val="053445"/>
                </a:solidFill>
                <a:latin typeface="Calibri"/>
              </a:rPr>
              <a:t>Needs the feature list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3145536"/>
            <a:ext cx="256032" cy="347472"/>
          </a:xfrm>
          <a:prstGeom prst="downArrow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19288" y="1965960"/>
            <a:ext cx="3529584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212140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15F74"/>
                </a:solidFill>
                <a:latin typeface="Calibri"/>
              </a:rPr>
              <a:t>LEADERSHIP</a:t>
            </a:r>
          </a:p>
          <a:p>
            <a:pPr algn="l">
              <a:spcAft>
                <a:spcPts val="0"/>
              </a:spcAft>
            </a:pPr>
            <a:r>
              <a:rPr sz="1450" b="1">
                <a:solidFill>
                  <a:srgbClr val="053445"/>
                </a:solidFill>
                <a:latin typeface="Calibri"/>
              </a:rPr>
              <a:t>Needs the strategic view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656063" y="3145536"/>
            <a:ext cx="256032" cy="347472"/>
          </a:xfrm>
          <a:prstGeom prst="downArrow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602736"/>
            <a:ext cx="10954512" cy="749808"/>
          </a:xfrm>
          <a:prstGeom prst="roundRect">
            <a:avLst>
              <a:gd name="adj" fmla="val 6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02736"/>
            <a:ext cx="1040587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All grounded in one shared product narrative — </a:t>
            </a:r>
            <a:r>
              <a:rPr sz="1500" b="0">
                <a:solidFill>
                  <a:srgbClr val="FFFFFF"/>
                </a:solidFill>
                <a:latin typeface="Calibri"/>
              </a:rPr>
              <a:t>and today it gets lost in translation.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26864"/>
            <a:ext cx="535838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626864"/>
            <a:ext cx="73152" cy="1463040"/>
          </a:xfrm>
          <a:prstGeom prst="rect">
            <a:avLst/>
          </a:prstGeom>
          <a:solidFill>
            <a:srgbClr val="EE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809744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EE3135"/>
                </a:solidFill>
                <a:latin typeface="Calibri"/>
              </a:rPr>
              <a:t>WHY IT MATTERS NOW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53445"/>
                </a:solidFill>
                <a:latin typeface="Calibri"/>
              </a:rPr>
              <a:t>Inconsistent stories slow teams down, weaken decisions, and create risk in customer conversations.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4626864"/>
            <a:ext cx="535838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4626864"/>
            <a:ext cx="73152" cy="14630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809744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CURRENT WORKAROUND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53445"/>
                </a:solidFill>
                <a:latin typeface="Calibri"/>
              </a:rPr>
              <a:t>Search through folders  →  reuse an old deck  →  ask Product Marketing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000" y="295000"/>
            <a:ext cx="11292000" cy="1094413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45720" rIns="15000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libri"/>
              </a:rPr>
              <a:t>Turn product marketing intelligence into business action for every team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01D9517-1479-FC19-A5C2-037465CB12EC}"/>
              </a:ext>
            </a:extLst>
          </p:cNvPr>
          <p:cNvSpPr txBox="1"/>
          <p:nvPr/>
        </p:nvSpPr>
        <p:spPr>
          <a:xfrm>
            <a:off x="450000" y="1120000"/>
            <a:ext cx="112920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i="1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A8211B3-27FF-FE12-B02B-99FB0B00624A}"/>
              </a:ext>
            </a:extLst>
          </p:cNvPr>
          <p:cNvSpPr txBox="1"/>
          <p:nvPr/>
        </p:nvSpPr>
        <p:spPr>
          <a:xfrm>
            <a:off x="578649" y="1416883"/>
            <a:ext cx="11292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solidFill>
                  <a:srgbClr val="6B6B6B"/>
                </a:solidFill>
                <a:latin typeface="Calibri"/>
              </a:rPr>
              <a:t>Our solution</a:t>
            </a:r>
          </a:p>
          <a:p>
            <a:endParaRPr lang="en-US" sz="1400" i="1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10954512" cy="1234440"/>
          </a:xfrm>
          <a:prstGeom prst="roundRect">
            <a:avLst>
              <a:gd name="adj" fmla="val 6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82296" cy="1234440"/>
          </a:xfrm>
          <a:prstGeom prst="rect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10332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15F74"/>
                </a:solidFill>
                <a:latin typeface="Calibri"/>
              </a:rPr>
              <a:t>ONE-LINE PITCH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53445"/>
                </a:solidFill>
                <a:latin typeface="Calibri"/>
              </a:rPr>
              <a:t>Hive turns approved positioning, proof points, and market insights into the right answer for every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5358384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58768"/>
            <a:ext cx="4846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AGENT TYPE</a:t>
            </a:r>
          </a:p>
          <a:p>
            <a:pPr algn="l">
              <a:spcAft>
                <a:spcPts val="300"/>
              </a:spcAft>
            </a:pPr>
            <a:r>
              <a:rPr sz="2400" b="1">
                <a:solidFill>
                  <a:srgbClr val="015F74"/>
                </a:solidFill>
                <a:latin typeface="Calibri"/>
              </a:rPr>
              <a:t>Copilot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Assists and executes context-aware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3657600"/>
            <a:ext cx="5358384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3858768"/>
            <a:ext cx="4846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WHERE IT LIVES</a:t>
            </a:r>
          </a:p>
          <a:p>
            <a:pPr algn="l">
              <a:spcAft>
                <a:spcPts val="300"/>
              </a:spcAft>
            </a:pPr>
            <a:r>
              <a:rPr sz="2400" b="1">
                <a:solidFill>
                  <a:srgbClr val="015F74"/>
                </a:solidFill>
                <a:latin typeface="Calibri"/>
              </a:rPr>
              <a:t>DevHub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Where every team already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9999" y="295000"/>
            <a:ext cx="10800000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Ins="150000" rtlCol="0" anchor="ctr"/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Calibri"/>
              </a:rPr>
              <a:t>Give every team the right answer, without changing the product story</a:t>
            </a:r>
            <a:endParaRPr sz="26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40B051B6-0169-6A2F-F041-35369C490C0A}"/>
              </a:ext>
            </a:extLst>
          </p:cNvPr>
          <p:cNvSpPr txBox="1"/>
          <p:nvPr/>
        </p:nvSpPr>
        <p:spPr>
          <a:xfrm>
            <a:off x="593123" y="1140157"/>
            <a:ext cx="112920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solidFill>
                  <a:srgbClr val="6B6B6B"/>
                </a:solidFill>
                <a:latin typeface="Calibri"/>
              </a:rPr>
              <a:t>Innovation and differentiation</a:t>
            </a:r>
            <a:endParaRPr lang="en-US" sz="1400" i="1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5295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0723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15F74"/>
                </a:solidFill>
                <a:latin typeface="Segoe UI Emoji"/>
              </a:rPr>
              <a:t>🤝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Strengthen every revenue conversation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Equip Sales and Proposals with current positioning, proof points, and differentiated responses.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57400"/>
            <a:ext cx="35295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331720"/>
            <a:ext cx="30723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15F74"/>
                </a:solidFill>
                <a:latin typeface="Segoe UI Emoji"/>
              </a:rPr>
              <a:t>🎯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Make sharper strategic decisions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Give Product and ELT a unified view of customer, competitive, and market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2057400"/>
            <a:ext cx="35295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331720"/>
            <a:ext cx="30723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15F74"/>
                </a:solidFill>
                <a:latin typeface="Segoe UI Emoji"/>
              </a:rPr>
              <a:t>⚡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Scale expertise without the bottleneck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Help teams apply approved intelligence without waiting for Product Marketing.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9999" y="295000"/>
            <a:ext cx="10475299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Ins="15000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/>
              </a:rPr>
              <a:t>Enterprise intelligence at a fraction of the cost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3F30DE47-00B1-ED28-436F-C23F4D674654}"/>
              </a:ext>
            </a:extLst>
          </p:cNvPr>
          <p:cNvSpPr txBox="1"/>
          <p:nvPr/>
        </p:nvSpPr>
        <p:spPr>
          <a:xfrm>
            <a:off x="593123" y="1140157"/>
            <a:ext cx="112920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Business and operational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3529584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30723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6B6B6B"/>
                </a:solidFill>
                <a:latin typeface="Calibri"/>
              </a:rPr>
              <a:t>AVOID TOOL SPRAWL</a:t>
            </a:r>
          </a:p>
          <a:p>
            <a:pPr algn="l">
              <a:spcAft>
                <a:spcPts val="500"/>
              </a:spcAft>
            </a:pPr>
            <a:r>
              <a:rPr sz="3600" b="1">
                <a:solidFill>
                  <a:srgbClr val="015F74"/>
                </a:solidFill>
                <a:latin typeface="Calibri"/>
              </a:rPr>
              <a:t>1</a:t>
            </a:r>
            <a:r>
              <a:rPr sz="1600" b="1">
                <a:solidFill>
                  <a:srgbClr val="015F74"/>
                </a:solidFill>
                <a:latin typeface="Calibri"/>
              </a:rPr>
              <a:t> platform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53445"/>
                </a:solidFill>
                <a:latin typeface="Calibri"/>
              </a:rPr>
              <a:t>Replaces overlapping intelligence, knowledge-search, and content-support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3529584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0723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6B6B6B"/>
                </a:solidFill>
                <a:latin typeface="Calibri"/>
              </a:rPr>
              <a:t>REDUCE DIRECT COSTS</a:t>
            </a:r>
          </a:p>
          <a:p>
            <a:pPr algn="l">
              <a:spcAft>
                <a:spcPts val="500"/>
              </a:spcAft>
            </a:pPr>
            <a:r>
              <a:rPr sz="3600" b="1">
                <a:solidFill>
                  <a:srgbClr val="015F74"/>
                </a:solidFill>
                <a:latin typeface="Calibri"/>
              </a:rPr>
              <a:t>90%</a:t>
            </a:r>
            <a:r>
              <a:rPr sz="1600" b="1">
                <a:solidFill>
                  <a:srgbClr val="015F74"/>
                </a:solidFill>
                <a:latin typeface="Calibri"/>
              </a:rPr>
              <a:t> lower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53445"/>
                </a:solidFill>
                <a:latin typeface="Calibri"/>
              </a:rPr>
              <a:t>A $50K competitive-intelligence capability for an estimated $5K a year.*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2011680"/>
            <a:ext cx="3529584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231136"/>
            <a:ext cx="30723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6B6B6B"/>
                </a:solidFill>
                <a:latin typeface="Calibri"/>
              </a:rPr>
              <a:t>RECOVER HIGH-VALUE TIME</a:t>
            </a:r>
          </a:p>
          <a:p>
            <a:pPr algn="l">
              <a:spcAft>
                <a:spcPts val="500"/>
              </a:spcAft>
            </a:pPr>
            <a:r>
              <a:rPr sz="3600" b="1">
                <a:solidFill>
                  <a:srgbClr val="015F74"/>
                </a:solidFill>
                <a:latin typeface="Calibri"/>
              </a:rPr>
              <a:t>60%</a:t>
            </a:r>
            <a:r>
              <a:rPr sz="1600" b="1">
                <a:solidFill>
                  <a:srgbClr val="015F74"/>
                </a:solidFill>
                <a:latin typeface="Calibri"/>
              </a:rPr>
              <a:t> faster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53445"/>
                </a:solidFill>
                <a:latin typeface="Calibri"/>
              </a:rPr>
              <a:t>Less time searching, validating, and repackaging — sales-ready assets in a fraction of the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10954512" cy="868680"/>
          </a:xfrm>
          <a:prstGeom prst="roundRect">
            <a:avLst>
              <a:gd name="adj" fmla="val 6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1040587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Strengthen revenue execution — </a:t>
            </a:r>
            <a:r>
              <a:rPr sz="1450" b="0">
                <a:solidFill>
                  <a:srgbClr val="FFFFFF"/>
                </a:solidFill>
                <a:latin typeface="Calibri"/>
              </a:rPr>
              <a:t>customer-facing teams always carry current positioning, proof points, and competitive responses.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40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*Estimated annual run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000" y="295000"/>
            <a:ext cx="11046000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Ins="1500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ARCHITECTURE</a:t>
            </a:r>
          </a:p>
        </p:txBody>
      </p:sp>
      <p:sp>
        <p:nvSpPr>
          <p:cNvPr id="4" name="Chevron 3"/>
          <p:cNvSpPr/>
          <p:nvPr/>
        </p:nvSpPr>
        <p:spPr>
          <a:xfrm>
            <a:off x="594360" y="2057400"/>
            <a:ext cx="3529584" cy="731520"/>
          </a:xfrm>
          <a:prstGeom prst="chevron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React  </a:t>
            </a:r>
            <a:r>
              <a:rPr sz="1100" b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5" name="Chevron 4"/>
          <p:cNvSpPr/>
          <p:nvPr/>
        </p:nvSpPr>
        <p:spPr>
          <a:xfrm>
            <a:off x="4306824" y="2057400"/>
            <a:ext cx="3529584" cy="731520"/>
          </a:xfrm>
          <a:prstGeom prst="chevron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Express  </a:t>
            </a:r>
            <a:r>
              <a:rPr sz="1100" b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6" name="Chevron 5"/>
          <p:cNvSpPr/>
          <p:nvPr/>
        </p:nvSpPr>
        <p:spPr>
          <a:xfrm>
            <a:off x="8019288" y="2057400"/>
            <a:ext cx="3529584" cy="731520"/>
          </a:xfrm>
          <a:prstGeom prst="chevron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Supabase  </a:t>
            </a:r>
            <a:r>
              <a:rPr sz="1100" b="0">
                <a:solidFill>
                  <a:srgbClr val="FFFFFF"/>
                </a:solidFill>
                <a:latin typeface="Calibri"/>
              </a:rPr>
              <a:t>Postgres ·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POWERED BY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3529584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53445"/>
                </a:solidFill>
                <a:latin typeface="Calibri"/>
              </a:rPr>
              <a:t>Claude — </a:t>
            </a:r>
            <a:r>
              <a:rPr sz="1250" b="0">
                <a:solidFill>
                  <a:srgbClr val="6B6B6B"/>
                </a:solidFill>
                <a:latin typeface="Calibri"/>
              </a:rPr>
              <a:t>all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3200400"/>
            <a:ext cx="3529584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53445"/>
                </a:solidFill>
                <a:latin typeface="Calibri"/>
              </a:rPr>
              <a:t>Jina — </a:t>
            </a:r>
            <a:r>
              <a:rPr sz="1250" b="0">
                <a:solidFill>
                  <a:srgbClr val="6B6B6B"/>
                </a:solidFill>
                <a:latin typeface="Calibri"/>
              </a:rPr>
              <a:t>competitive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9288" y="3200400"/>
            <a:ext cx="3529584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53445"/>
                </a:solidFill>
                <a:latin typeface="Calibri"/>
              </a:rPr>
              <a:t>Canva MCP — </a:t>
            </a:r>
            <a:r>
              <a:rPr sz="1250" b="0">
                <a:solidFill>
                  <a:srgbClr val="6B6B6B"/>
                </a:solidFill>
                <a:latin typeface="Calibri"/>
              </a:rPr>
              <a:t>content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23360"/>
            <a:ext cx="53583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15F74"/>
                </a:solidFill>
                <a:latin typeface="Calibri"/>
              </a:rPr>
              <a:t>AGENTIC — YES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53445"/>
                </a:solidFill>
                <a:latin typeface="Calibri"/>
              </a:rPr>
              <a:t>Autonomous multi-step pipelines: </a:t>
            </a:r>
            <a:r>
              <a:rPr sz="1150" b="0">
                <a:solidFill>
                  <a:srgbClr val="053445"/>
                </a:solidFill>
                <a:latin typeface="Calibri"/>
              </a:rPr>
              <a:t>questionnaire extraction · messaging-doc generation · template fills · competitive comparison · role-aware Q&amp;A.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All run through a shared, admin-tunable agent registry — no engineering needed to retune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4023360"/>
            <a:ext cx="535838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420624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15F74"/>
                </a:solidFill>
                <a:latin typeface="Calibri"/>
              </a:rPr>
              <a:t>REUSABLE, NO/LOW-CODE — TRACK B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053445"/>
                </a:solidFill>
                <a:latin typeface="Calibri"/>
              </a:rPr>
              <a:t>Agents tab: </a:t>
            </a:r>
            <a:r>
              <a:rPr sz="1150" b="0">
                <a:solidFill>
                  <a:srgbClr val="053445"/>
                </a:solidFill>
                <a:latin typeface="Calibri"/>
              </a:rPr>
              <a:t>a PMM admin tunes prompts, models, and behavior for every AI step — without touching code.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053445"/>
                </a:solidFill>
                <a:latin typeface="Calibri"/>
              </a:rPr>
              <a:t>Template Library + Foundation Questionnaire: </a:t>
            </a:r>
            <a:r>
              <a:rPr sz="1150" b="0">
                <a:solidFill>
                  <a:srgbClr val="053445"/>
                </a:solidFill>
                <a:latin typeface="Calibri"/>
              </a:rPr>
              <a:t>onboard a new product or persona the same way — no engineering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00000" y="2669000"/>
            <a:ext cx="7542000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Ins="1500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51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i="1">
                <a:solidFill>
                  <a:srgbClr val="6B6B6B"/>
                </a:solidFill>
                <a:latin typeface="Calibri"/>
              </a:rPr>
              <a:t>Caption / narration for the flow above: [what the judge is watching happen]</a:t>
            </a:r>
          </a:p>
        </p:txBody>
      </p:sp>
      <p:sp>
        <p:nvSpPr>
          <p:cNvPr id="9" name="Chevron 8"/>
          <p:cNvSpPr/>
          <p:nvPr/>
        </p:nvSpPr>
        <p:spPr>
          <a:xfrm>
            <a:off x="704088" y="3977639"/>
            <a:ext cx="2130552" cy="777240"/>
          </a:xfrm>
          <a:prstGeom prst="chevron">
            <a:avLst/>
          </a:prstGeom>
          <a:solidFill>
            <a:srgbClr val="EAF4F6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45720"/>
          <a:lstStyle/>
          <a:p>
            <a:pPr algn="ctr"/>
            <a:r>
              <a:rPr sz="1300" b="1">
                <a:solidFill>
                  <a:srgbClr val="053445"/>
                </a:solidFill>
                <a:latin typeface="Calibri"/>
              </a:rPr>
              <a:t>Ask Hive</a:t>
            </a:r>
          </a:p>
          <a:p>
            <a:pPr algn="ctr"/>
            <a:r>
              <a:rPr sz="950" b="0">
                <a:solidFill>
                  <a:srgbClr val="6B6B6B"/>
                </a:solidFill>
                <a:latin typeface="Calibri"/>
              </a:rPr>
              <a:t>role-aware question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2880360" y="3977639"/>
            <a:ext cx="2130552" cy="777240"/>
          </a:xfrm>
          <a:prstGeom prst="chevron">
            <a:avLst/>
          </a:prstGeom>
          <a:solidFill>
            <a:srgbClr val="EAF4F6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45720"/>
          <a:lstStyle/>
          <a:p>
            <a:pPr algn="ctr"/>
            <a:r>
              <a:rPr sz="1300" b="1">
                <a:solidFill>
                  <a:srgbClr val="053445"/>
                </a:solidFill>
                <a:latin typeface="Calibri"/>
              </a:rPr>
              <a:t>Route</a:t>
            </a:r>
          </a:p>
          <a:p>
            <a:pPr algn="ctr"/>
            <a:r>
              <a:rPr sz="950" b="0">
                <a:solidFill>
                  <a:srgbClr val="6B6B6B"/>
                </a:solidFill>
                <a:latin typeface="Calibri"/>
              </a:rPr>
              <a:t>agent registry</a:t>
            </a:r>
          </a:p>
        </p:txBody>
      </p:sp>
      <p:sp>
        <p:nvSpPr>
          <p:cNvPr id="11" name="Chevron 10"/>
          <p:cNvSpPr/>
          <p:nvPr/>
        </p:nvSpPr>
        <p:spPr>
          <a:xfrm>
            <a:off x="5056631" y="3977639"/>
            <a:ext cx="2130552" cy="777240"/>
          </a:xfrm>
          <a:prstGeom prst="chevron">
            <a:avLst/>
          </a:prstGeom>
          <a:solidFill>
            <a:srgbClr val="EAF4F6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45720"/>
          <a:lstStyle/>
          <a:p>
            <a:pPr algn="ctr"/>
            <a:r>
              <a:rPr sz="1300" b="1">
                <a:solidFill>
                  <a:srgbClr val="053445"/>
                </a:solidFill>
                <a:latin typeface="Calibri"/>
              </a:rPr>
              <a:t>Generate</a:t>
            </a:r>
          </a:p>
          <a:p>
            <a:pPr algn="ctr"/>
            <a:r>
              <a:rPr sz="950" b="0">
                <a:solidFill>
                  <a:srgbClr val="6B6B6B"/>
                </a:solidFill>
                <a:latin typeface="Calibri"/>
              </a:rPr>
              <a:t>draft asset</a:t>
            </a:r>
          </a:p>
        </p:txBody>
      </p:sp>
      <p:sp>
        <p:nvSpPr>
          <p:cNvPr id="12" name="Chevron 11"/>
          <p:cNvSpPr/>
          <p:nvPr/>
        </p:nvSpPr>
        <p:spPr>
          <a:xfrm>
            <a:off x="7232903" y="3977639"/>
            <a:ext cx="2130552" cy="777240"/>
          </a:xfrm>
          <a:prstGeom prst="chevron">
            <a:avLst/>
          </a:prstGeom>
          <a:solidFill>
            <a:srgbClr val="EAF4F6"/>
          </a:solidFill>
          <a:ln w="12700">
            <a:solidFill>
              <a:srgbClr val="015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45720"/>
          <a:lstStyle/>
          <a:p>
            <a:pPr algn="ctr"/>
            <a:r>
              <a:rPr sz="1300" b="1">
                <a:solidFill>
                  <a:srgbClr val="053445"/>
                </a:solidFill>
                <a:latin typeface="Calibri"/>
              </a:rPr>
              <a:t>Voice guard</a:t>
            </a:r>
          </a:p>
          <a:p>
            <a:pPr algn="ctr"/>
            <a:r>
              <a:rPr sz="950" b="0">
                <a:solidFill>
                  <a:srgbClr val="6B6B6B"/>
                </a:solidFill>
                <a:latin typeface="Calibri"/>
              </a:rPr>
              <a:t>brand check</a:t>
            </a:r>
          </a:p>
        </p:txBody>
      </p:sp>
      <p:sp>
        <p:nvSpPr>
          <p:cNvPr id="13" name="Chevron 12"/>
          <p:cNvSpPr/>
          <p:nvPr/>
        </p:nvSpPr>
        <p:spPr>
          <a:xfrm>
            <a:off x="9409176" y="3977639"/>
            <a:ext cx="2130552" cy="777240"/>
          </a:xfrm>
          <a:prstGeom prst="chevron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PMM approves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draft →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000" y="295000"/>
            <a:ext cx="11292000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Ins="1500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Guardrails &amp; Responsible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57400"/>
            <a:ext cx="35295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0723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15F74"/>
                </a:solidFill>
                <a:latin typeface="Segoe UI Emoji"/>
              </a:rPr>
              <a:t>✋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Human-in-the-loop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PMM reviews every positioning &amp; messaging doc and every prompt library. The system proposes; the human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2057400"/>
            <a:ext cx="35295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5424" y="2331720"/>
            <a:ext cx="30723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15F74"/>
                </a:solidFill>
                <a:latin typeface="Segoe UI Emoji"/>
              </a:rPr>
              <a:t>🔒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Data &amp; access boundaries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The agent answers only from approved war-room content — clear lines on what it can see and what is explicitly off-limits.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2057400"/>
            <a:ext cx="35295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2331720"/>
            <a:ext cx="307238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015F74"/>
                </a:solidFill>
                <a:latin typeface="Segoe UI Emoji"/>
              </a:rPr>
              <a:t>🛡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Governance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Stays inside the system of record (Track A) or uses only approved tools (Track 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000" y="295000"/>
            <a:ext cx="11292000" cy="760000"/>
          </a:xfrm>
          <a:prstGeom prst="roundRect">
            <a:avLst>
              <a:gd name="adj" fmla="val 12000"/>
            </a:avLst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Ins="150000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1120000"/>
            <a:ext cx="11292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i="1">
                <a:solidFill>
                  <a:srgbClr val="6B6B6B"/>
                </a:solidFill>
                <a:latin typeface="Calibri"/>
              </a:rPr>
              <a:t>Leave judges with a clear picture of the path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359152" y="2633472"/>
            <a:ext cx="7424927" cy="27432"/>
          </a:xfrm>
          <a:prstGeom prst="rect">
            <a:avLst/>
          </a:prstGeom>
          <a:solidFill>
            <a:srgbClr val="C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75688" y="2359152"/>
            <a:ext cx="566928" cy="566928"/>
          </a:xfrm>
          <a:prstGeom prst="ellipse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004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19856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Path to production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What it would take to ship this for real.</a:t>
            </a:r>
          </a:p>
        </p:txBody>
      </p:sp>
      <p:sp>
        <p:nvSpPr>
          <p:cNvPr id="8" name="Oval 7"/>
          <p:cNvSpPr/>
          <p:nvPr/>
        </p:nvSpPr>
        <p:spPr>
          <a:xfrm>
            <a:off x="5788152" y="2359152"/>
            <a:ext cx="566928" cy="566928"/>
          </a:xfrm>
          <a:prstGeom prst="ellipse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32004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3419856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What we'd need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Resources, access, or partnerships to scale it.</a:t>
            </a:r>
          </a:p>
        </p:txBody>
      </p:sp>
      <p:sp>
        <p:nvSpPr>
          <p:cNvPr id="11" name="Oval 10"/>
          <p:cNvSpPr/>
          <p:nvPr/>
        </p:nvSpPr>
        <p:spPr>
          <a:xfrm>
            <a:off x="9500615" y="2359152"/>
            <a:ext cx="566928" cy="566928"/>
          </a:xfrm>
          <a:prstGeom prst="ellipse">
            <a:avLst/>
          </a:prstGeom>
          <a:solidFill>
            <a:srgbClr val="015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9288" y="32004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3419856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53445"/>
                </a:solidFill>
                <a:latin typeface="Calibri"/>
              </a:rPr>
              <a:t>Ask for the judges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Feedback, sponsorship, and a pilot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522BCEC-12C8-8CD8-D357-4421906751C7}"/>
              </a:ext>
            </a:extLst>
          </p:cNvPr>
          <p:cNvGrpSpPr/>
          <p:nvPr/>
        </p:nvGrpSpPr>
        <p:grpSpPr>
          <a:xfrm>
            <a:off x="4508771" y="3259667"/>
            <a:ext cx="7812573" cy="2336799"/>
            <a:chOff x="1663970" y="2243667"/>
            <a:chExt cx="7812573" cy="237066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62214D5-D019-5B4D-0777-8F2F7EB1D767}"/>
                </a:ext>
              </a:extLst>
            </p:cNvPr>
            <p:cNvSpPr/>
            <p:nvPr/>
          </p:nvSpPr>
          <p:spPr>
            <a:xfrm>
              <a:off x="1663970" y="2243667"/>
              <a:ext cx="7812573" cy="2370667"/>
            </a:xfrm>
            <a:prstGeom prst="roundRect">
              <a:avLst>
                <a:gd name="adj" fmla="val 2691"/>
              </a:avLst>
            </a:prstGeom>
            <a:ln>
              <a:noFill/>
            </a:ln>
            <a:effectLst>
              <a:outerShdw blurRad="50800" dist="38100" dir="2700000" algn="tl" rotWithShape="0">
                <a:srgbClr val="015F74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62D0428-97C8-1FBC-6CF6-FC0E1521FE41}"/>
                </a:ext>
              </a:extLst>
            </p:cNvPr>
            <p:cNvSpPr txBox="1"/>
            <p:nvPr/>
          </p:nvSpPr>
          <p:spPr>
            <a:xfrm>
              <a:off x="2319056" y="2909106"/>
              <a:ext cx="6502400" cy="936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b="1">
                  <a:solidFill>
                    <a:schemeClr val="bg1"/>
                  </a:solidFill>
                </a:rPr>
                <a:t>Questions?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7C9CC8-5E81-C2FF-685B-0B8819F92CA7}"/>
              </a:ext>
            </a:extLst>
          </p:cNvPr>
          <p:cNvCxnSpPr>
            <a:cxnSpLocks/>
          </p:cNvCxnSpPr>
          <p:nvPr/>
        </p:nvCxnSpPr>
        <p:spPr>
          <a:xfrm>
            <a:off x="8813260" y="4560146"/>
            <a:ext cx="3655980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30A0B8-816A-40E4-8D13-07EA2113606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d3ea502-bfc7-41a7-8dfd-9498dc3da03c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7C1B223CCE6C468AE1943E1E209D7A" ma:contentTypeVersion="3" ma:contentTypeDescription="Create a new document." ma:contentTypeScope="" ma:versionID="6017c950265a6d3af003eee41bc9352c">
  <xsd:schema xmlns:xsd="http://www.w3.org/2001/XMLSchema" xmlns:xs="http://www.w3.org/2001/XMLSchema" xmlns:p="http://schemas.microsoft.com/office/2006/metadata/properties" xmlns:ns2="26d8f55c-98f9-47aa-aff4-324206749245" xmlns:ns3="cf314667-f989-4003-a6ac-72e595e18c52" targetNamespace="http://schemas.microsoft.com/office/2006/metadata/properties" ma:root="true" ma:fieldsID="aa6047d5659a9d391aae4360f0976cb8" ns2:_="" ns3:_="">
    <xsd:import namespace="26d8f55c-98f9-47aa-aff4-324206749245"/>
    <xsd:import namespace="cf314667-f989-4003-a6ac-72e595e18c52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d8f55c-98f9-47aa-aff4-32420674924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314667-f989-4003-a6ac-72e595e18c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d8f55c-98f9-47aa-aff4-324206749245">QN2MTQXNRC3E-1407126149-204</_dlc_DocId>
    <_dlc_DocIdUrl xmlns="26d8f55c-98f9-47aa-aff4-324206749245">
      <Url>https://aurigo.sharepoint.com/sites/AurigoHackathon2026/_layouts/15/DocIdRedir.aspx?ID=QN2MTQXNRC3E-1407126149-204</Url>
      <Description>QN2MTQXNRC3E-1407126149-204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CF631D-2153-40D6-8D00-74F030F9FFB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5B3BAC55-743E-4281-BABD-FA0C86CF77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d8f55c-98f9-47aa-aff4-324206749245"/>
    <ds:schemaRef ds:uri="cf314667-f989-4003-a6ac-72e595e18c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D95503-4B28-4392-99EB-1559BE8330D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cf314667-f989-4003-a6ac-72e595e18c52"/>
    <ds:schemaRef ds:uri="http://purl.org/dc/dcmitype/"/>
    <ds:schemaRef ds:uri="26d8f55c-98f9-47aa-aff4-324206749245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1846F881-6026-43AB-9C0B-5E4F7467546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dad35ff-5661-49ee-bfa3-f9cf26583e3c}" enabled="1" method="Privileged" siteId="{1cb57d25-6f25-4e2a-9e2d-895176ed40c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Office PowerPoint</Application>
  <PresentationFormat>Widescreen</PresentationFormat>
  <Paragraphs>56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Sayan Saha</dc:creator>
  <cp:lastModifiedBy>Lakshmi K</cp:lastModifiedBy>
  <cp:revision>1</cp:revision>
  <dcterms:created xsi:type="dcterms:W3CDTF">2026-08-05T09:59:50Z</dcterms:created>
  <dcterms:modified xsi:type="dcterms:W3CDTF">2026-08-07T09:31:43Z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0x010100AD7C1B223CCE6C468AE1943E1E209D7A</vt:lpwstr>
  </property>
  <property fmtid="{D5CDD505-2E9C-101B-9397-08002B2CF9AE}" pid="3" name="_dlc_DocIdItemGuid">
    <vt:lpwstr>098e9690-a4d8-4168-9978-fdaf1fe54746</vt:lpwstr>
  </property>
</Properties>
</file>